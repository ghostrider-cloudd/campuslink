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" charset="1" panose="00000500000000000000"/>
      <p:regular r:id="rId12"/>
    </p:embeddedFont>
    <p:embeddedFont>
      <p:font typeface="Open Sauce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39887"/>
            <a:ext cx="15418423" cy="5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4042" spc="-24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decentralized wireless system for reliable campus communication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7702636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111730"/>
            <a:ext cx="456068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Arjun M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 Rajeswar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88418"/>
            <a:ext cx="3283982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CampusLink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702636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111730"/>
            <a:ext cx="456068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Dr.Shivashankara 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Associate prof,Dept of CSE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GEC KR Pet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73722"/>
            <a:ext cx="20593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Main G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oal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31912"/>
            <a:ext cx="7342398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create a simple, reliable communication system that allows users to send and receive messages through text-to-text and speech-to-speech without depending heavily on the internet.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702622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Supporting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60812"/>
            <a:ext cx="1134918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Designing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simple and user-friendly interface for mobile and desktop use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esigning an efficient text-to-text and speech-to-speech communication system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Designing a lightweight system that works offline with minimal distractions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3056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Maverick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125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CampusLink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860684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8914" y="3723853"/>
            <a:ext cx="1483618" cy="1537428"/>
          </a:xfrm>
          <a:custGeom>
            <a:avLst/>
            <a:gdLst/>
            <a:ahLst/>
            <a:cxnLst/>
            <a:rect r="r" b="b" t="t" l="l"/>
            <a:pathLst>
              <a:path h="1537428" w="1483618">
                <a:moveTo>
                  <a:pt x="0" y="0"/>
                </a:moveTo>
                <a:lnTo>
                  <a:pt x="1483618" y="0"/>
                </a:lnTo>
                <a:lnTo>
                  <a:pt x="1483618" y="1537428"/>
                </a:lnTo>
                <a:lnTo>
                  <a:pt x="0" y="1537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49128" y="3365384"/>
            <a:ext cx="811369" cy="1759066"/>
          </a:xfrm>
          <a:custGeom>
            <a:avLst/>
            <a:gdLst/>
            <a:ahLst/>
            <a:cxnLst/>
            <a:rect r="r" b="b" t="t" l="l"/>
            <a:pathLst>
              <a:path h="1759066" w="811369">
                <a:moveTo>
                  <a:pt x="0" y="0"/>
                </a:moveTo>
                <a:lnTo>
                  <a:pt x="811369" y="0"/>
                </a:lnTo>
                <a:lnTo>
                  <a:pt x="811369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25565"/>
            <a:ext cx="4310172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 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oticed that campus systems rely mainly on the internet for communication, which causes delays, poor connectivity, and security risks when the network is unstable.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88914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8914" y="6425565"/>
            <a:ext cx="4310172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 are developing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 secure ESP32 and LoRa-based system that enables long-range, low-power communication without depending on internet connectivity.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49128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Why It Matte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9128" y="6425565"/>
            <a:ext cx="4310172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This impr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oves reliability, and ensures continuous communication even during internet outages.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Maverick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0125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CampusLink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5296" y="451524"/>
            <a:ext cx="1002999" cy="2174523"/>
          </a:xfrm>
          <a:custGeom>
            <a:avLst/>
            <a:gdLst/>
            <a:ahLst/>
            <a:cxnLst/>
            <a:rect r="r" b="b" t="t" l="l"/>
            <a:pathLst>
              <a:path h="2174523" w="1002999">
                <a:moveTo>
                  <a:pt x="0" y="0"/>
                </a:moveTo>
                <a:lnTo>
                  <a:pt x="1002999" y="0"/>
                </a:lnTo>
                <a:lnTo>
                  <a:pt x="1002999" y="2174523"/>
                </a:lnTo>
                <a:lnTo>
                  <a:pt x="0" y="2174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30136" y="2626047"/>
            <a:ext cx="12248822" cy="7185976"/>
          </a:xfrm>
          <a:custGeom>
            <a:avLst/>
            <a:gdLst/>
            <a:ahLst/>
            <a:cxnLst/>
            <a:rect r="r" b="b" t="t" l="l"/>
            <a:pathLst>
              <a:path h="7185976" w="12248822">
                <a:moveTo>
                  <a:pt x="0" y="0"/>
                </a:moveTo>
                <a:lnTo>
                  <a:pt x="12248822" y="0"/>
                </a:lnTo>
                <a:lnTo>
                  <a:pt x="12248822" y="7185976"/>
                </a:lnTo>
                <a:lnTo>
                  <a:pt x="0" y="7185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Maverick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125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CampusLink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632" y="3702372"/>
            <a:ext cx="1706721" cy="1733445"/>
          </a:xfrm>
          <a:custGeom>
            <a:avLst/>
            <a:gdLst/>
            <a:ahLst/>
            <a:cxnLst/>
            <a:rect r="r" b="b" t="t" l="l"/>
            <a:pathLst>
              <a:path h="1733445" w="1706721">
                <a:moveTo>
                  <a:pt x="0" y="0"/>
                </a:moveTo>
                <a:lnTo>
                  <a:pt x="1706721" y="0"/>
                </a:lnTo>
                <a:lnTo>
                  <a:pt x="1706721" y="1733445"/>
                </a:lnTo>
                <a:lnTo>
                  <a:pt x="0" y="1733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27435" y="3558018"/>
            <a:ext cx="1675859" cy="2022153"/>
          </a:xfrm>
          <a:custGeom>
            <a:avLst/>
            <a:gdLst/>
            <a:ahLst/>
            <a:cxnLst/>
            <a:rect r="r" b="b" t="t" l="l"/>
            <a:pathLst>
              <a:path h="2022153" w="1675859">
                <a:moveTo>
                  <a:pt x="0" y="0"/>
                </a:moveTo>
                <a:lnTo>
                  <a:pt x="1675859" y="0"/>
                </a:lnTo>
                <a:lnTo>
                  <a:pt x="1675859" y="2022153"/>
                </a:lnTo>
                <a:lnTo>
                  <a:pt x="0" y="2022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Who We Designed For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9424" y="3549972"/>
            <a:ext cx="20593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Target User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9424" y="4308162"/>
            <a:ext cx="4355740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Coll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ege and university staff, administrators, who need fast, reliable communication between classrooms, laboratories, and administrative blocks for announcements and emergency alerts.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79037" y="3549972"/>
            <a:ext cx="27926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Their Challenges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79037" y="4308162"/>
            <a:ext cx="6480263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Mainly 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ely on internet-based communication systems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Face delays when the internet is slow or unavailable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Miss important announcements due to network failures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Lack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reliable real-time communication between campus sections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421039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Maverick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1016" y="91370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0125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CampusLink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499475" cy="5434395"/>
          </a:xfrm>
          <a:custGeom>
            <a:avLst/>
            <a:gdLst/>
            <a:ahLst/>
            <a:cxnLst/>
            <a:rect r="r" b="b" t="t" l="l"/>
            <a:pathLst>
              <a:path h="5434395" w="5499475">
                <a:moveTo>
                  <a:pt x="0" y="0"/>
                </a:moveTo>
                <a:lnTo>
                  <a:pt x="5499475" y="0"/>
                </a:lnTo>
                <a:lnTo>
                  <a:pt x="5499475" y="5434395"/>
                </a:lnTo>
                <a:lnTo>
                  <a:pt x="0" y="5434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6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8616" y="7369021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7778115"/>
            <a:ext cx="456068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Arjun M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 Rajeswar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Maverick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0125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CampusLink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DAG58JQWPRA</dc:identifier>
  <dcterms:modified xsi:type="dcterms:W3CDTF">2011-08-01T06:04:30Z</dcterms:modified>
  <cp:revision>1</cp:revision>
  <dc:title>CampusLink-Phase 1</dc:title>
</cp:coreProperties>
</file>